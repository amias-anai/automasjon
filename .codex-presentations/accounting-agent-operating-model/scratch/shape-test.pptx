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43026931d47ec" /><Relationship Type="http://schemas.openxmlformats.org/officeDocument/2006/relationships/extended-properties" Target="/docProps/app.xml" Id="R5b3f530a04434de0" /><Relationship Type="http://schemas.openxmlformats.org/officeDocument/2006/relationships/officeDocument" Target="/ppt/presentation.xml" Id="R4a366e2eebbe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502b91f114433"/>
  </p:sldMasterIdLst>
  <p:notesMasterIdLst>
    <p:notesMasterId xmlns:r="http://schemas.openxmlformats.org/officeDocument/2006/relationships" r:id="R6b5b1e35835b4818"/>
  </p:notesMasterIdLst>
  <p:sldIdLst>
    <p:sldId xmlns:r="http://schemas.openxmlformats.org/officeDocument/2006/relationships" id="256" r:id="Rfeff1a6d297c4d8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502b91f114433" /><Relationship Type="http://schemas.openxmlformats.org/officeDocument/2006/relationships/theme" Target="/ppt/theme/theme1.xml" Id="R715dcb235efc4e67" /><Relationship Type="http://schemas.openxmlformats.org/officeDocument/2006/relationships/notesMaster" Target="/ppt/notesMasters/notesMaster1.xml" Id="R6b5b1e35835b4818" /><Relationship Type="http://schemas.openxmlformats.org/officeDocument/2006/relationships/presProps" Target="/ppt/presProps.xml" Id="R8b39ed6279d544e2" /><Relationship Type="http://schemas.openxmlformats.org/officeDocument/2006/relationships/viewProps" Target="/ppt/viewProps.xml" Id="Rf6b24239d0d24923" /><Relationship Type="http://schemas.openxmlformats.org/officeDocument/2006/relationships/tableStyles" Target="/ppt/tableStyles.xml" Id="R530b2be331364136" /><Relationship Type="http://schemas.openxmlformats.org/officeDocument/2006/relationships/slide" Target="/ppt/slides/slide1.xml" Id="Rfeff1a6d297c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d25ed4be7de4d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2a6cc5f2349d0" /><Relationship Type="http://schemas.openxmlformats.org/officeDocument/2006/relationships/notesMaster" Target="/ppt/notesMasters/notesMaster1.xml" Id="Ra6e1c16f56ce42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bcb6f8361482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4df48a8100a4d09" /><Relationship Type="http://schemas.openxmlformats.org/officeDocument/2006/relationships/slideLayout" Target="/ppt/slideLayouts/slideLayout2.xml" Id="R561237fbfa5849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1237fbfa58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3e16b7d08458c" /><Relationship Type="http://schemas.openxmlformats.org/officeDocument/2006/relationships/notesSlide" Target="/ppt/notesSlides/notesSlide1.xml" Id="Rbcd101702c9746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53FFC-E61A-4D91-9F67-65A86A8E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3810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7E0A9-D762-40B7-A057-312447E6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920528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2026-05-18T20:29:42.2870000Z</dcterms:created>
  <dcterms:modified xsi:type="dcterms:W3CDTF">2026-05-18T20:29:42.2870000Z</dcterms:modified>
</coreProperties>
</file>